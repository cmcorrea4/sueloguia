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7" r:id="rId4"/>
    <p:sldId id="270" r:id="rId5"/>
    <p:sldId id="268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Demo%20sueloguIA.mp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Gerencia@sum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2359"/>
            <a:ext cx="7772400" cy="1470025"/>
          </a:xfrm>
        </p:spPr>
        <p:txBody>
          <a:bodyPr/>
          <a:lstStyle/>
          <a:p>
            <a:r>
              <a:rPr dirty="0" err="1"/>
              <a:t>SueloGuIA</a:t>
            </a:r>
            <a:r>
              <a:rPr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091" y="2554743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Herramienta para el cálculo del Índice de calidad de datos – ICD aplicado a datos de análisis de propiedades químicas del suelo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FD7602-0D72-A97C-C6B0-D3DF7BE86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A6A217-C1A4-6153-C22F-435ECC913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83" y="4480651"/>
            <a:ext cx="2309060" cy="701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B498C-D519-226F-FD31-ABDF24ED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EQUIPO SUME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5DA6A4-8E09-7C5A-95B2-03F8D9A9BE3E}"/>
              </a:ext>
            </a:extLst>
          </p:cNvPr>
          <p:cNvSpPr txBox="1"/>
          <p:nvPr/>
        </p:nvSpPr>
        <p:spPr>
          <a:xfrm>
            <a:off x="1125794" y="2692794"/>
            <a:ext cx="2335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Experto en Eficiencia Energética, Planeación de proyectos, procesamiento termoquímico</a:t>
            </a:r>
          </a:p>
          <a:p>
            <a:r>
              <a:rPr lang="es-CO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IoT</a:t>
            </a:r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en procesos industriales</a:t>
            </a:r>
          </a:p>
          <a:p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Inteligencia Artificial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EEE3F9-C74F-3A96-19E6-5CB820F46588}"/>
              </a:ext>
            </a:extLst>
          </p:cNvPr>
          <p:cNvSpPr txBox="1"/>
          <p:nvPr/>
        </p:nvSpPr>
        <p:spPr>
          <a:xfrm>
            <a:off x="1125794" y="232346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altLang="ko-KR" sz="1200" b="1" dirty="0"/>
              <a:t>PhD Sistemas Energéticos</a:t>
            </a: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CA794214-3924-4AAC-2913-04EF323B33D6}"/>
              </a:ext>
            </a:extLst>
          </p:cNvPr>
          <p:cNvSpPr txBox="1"/>
          <p:nvPr/>
        </p:nvSpPr>
        <p:spPr>
          <a:xfrm>
            <a:off x="1125794" y="4591894"/>
            <a:ext cx="2118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Experta en Transferencia tecnológica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d</a:t>
            </a:r>
            <a:r>
              <a:rPr lang="es-CO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esarrollo</a:t>
            </a:r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en gestión estratégica, Modelos de negocios, análisis  e investigación de mercados</a:t>
            </a:r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D5C74A0B-FF1A-ACBC-3A21-9F3CA8F36D86}"/>
              </a:ext>
            </a:extLst>
          </p:cNvPr>
          <p:cNvGrpSpPr/>
          <p:nvPr/>
        </p:nvGrpSpPr>
        <p:grpSpPr>
          <a:xfrm>
            <a:off x="1125794" y="4132682"/>
            <a:ext cx="1800200" cy="452554"/>
            <a:chOff x="2519384" y="3779976"/>
            <a:chExt cx="1800000" cy="452554"/>
          </a:xfrm>
        </p:grpSpPr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4AF6E723-DB0A-D586-7F73-EB79F23CFBC4}"/>
                </a:ext>
              </a:extLst>
            </p:cNvPr>
            <p:cNvSpPr txBox="1">
              <a:spLocks/>
            </p:cNvSpPr>
            <p:nvPr/>
          </p:nvSpPr>
          <p:spPr>
            <a:xfrm>
              <a:off x="2519384" y="377997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cs typeface="Arial" pitchFamily="34" charset="0"/>
                </a:rPr>
                <a:t>Edna </a:t>
              </a:r>
              <a:r>
                <a:rPr lang="en-US" sz="1400" b="1" dirty="0" err="1">
                  <a:cs typeface="Arial" pitchFamily="34" charset="0"/>
                </a:rPr>
                <a:t>Ospina</a:t>
              </a:r>
              <a:endParaRPr lang="en-US" sz="1400" b="1" dirty="0">
                <a:cs typeface="Arial" pitchFamily="34" charset="0"/>
              </a:endParaRPr>
            </a:p>
          </p:txBody>
        </p:sp>
        <p:sp>
          <p:nvSpPr>
            <p:cNvPr id="13" name="Text Placeholder 5">
              <a:extLst>
                <a:ext uri="{FF2B5EF4-FFF2-40B4-BE49-F238E27FC236}">
                  <a16:creationId xmlns:a16="http://schemas.microsoft.com/office/drawing/2014/main" id="{CADA4F7A-8BF9-41A3-4FA7-DF2B71C4B0A4}"/>
                </a:ext>
              </a:extLst>
            </p:cNvPr>
            <p:cNvSpPr txBox="1">
              <a:spLocks/>
            </p:cNvSpPr>
            <p:nvPr/>
          </p:nvSpPr>
          <p:spPr>
            <a:xfrm>
              <a:off x="2519384" y="4000437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200" b="1" dirty="0">
                  <a:cs typeface="Arial" pitchFamily="34" charset="0"/>
                </a:rPr>
                <a:t>Ingeniera Industrial</a:t>
              </a:r>
              <a:endParaRPr lang="en-US" sz="1200" b="1" dirty="0">
                <a:cs typeface="Arial" pitchFamily="34" charset="0"/>
              </a:endParaRPr>
            </a:p>
          </p:txBody>
        </p:sp>
      </p:grpSp>
      <p:sp>
        <p:nvSpPr>
          <p:cNvPr id="17" name="TextBox 48">
            <a:extLst>
              <a:ext uri="{FF2B5EF4-FFF2-40B4-BE49-F238E27FC236}">
                <a16:creationId xmlns:a16="http://schemas.microsoft.com/office/drawing/2014/main" id="{6E4F4B78-FFCB-08D9-F86B-1D8B8AB3CEB8}"/>
              </a:ext>
            </a:extLst>
          </p:cNvPr>
          <p:cNvSpPr txBox="1"/>
          <p:nvPr/>
        </p:nvSpPr>
        <p:spPr>
          <a:xfrm>
            <a:off x="4085925" y="2675287"/>
            <a:ext cx="2511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Ingeniero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de Control con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experiencia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proyectos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automatización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s-CO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IoT</a:t>
            </a:r>
            <a:r>
              <a:rPr lang="es-CO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comunicaciones industriales, Industria 4.0 y  Agentes IA.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1EBFC09-4408-00F5-488B-CFEA76A28239}"/>
              </a:ext>
            </a:extLst>
          </p:cNvPr>
          <p:cNvGrpSpPr/>
          <p:nvPr/>
        </p:nvGrpSpPr>
        <p:grpSpPr>
          <a:xfrm>
            <a:off x="4085925" y="2183309"/>
            <a:ext cx="2092683" cy="373297"/>
            <a:chOff x="2851759" y="3826029"/>
            <a:chExt cx="1926260" cy="373297"/>
          </a:xfrm>
        </p:grpSpPr>
        <p:sp>
          <p:nvSpPr>
            <p:cNvPr id="20" name="Text Placeholder 3">
              <a:extLst>
                <a:ext uri="{FF2B5EF4-FFF2-40B4-BE49-F238E27FC236}">
                  <a16:creationId xmlns:a16="http://schemas.microsoft.com/office/drawing/2014/main" id="{56B1FD9C-3BC0-330B-BA74-6E25E8603A78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26029"/>
              <a:ext cx="1800000" cy="21930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400" b="1" dirty="0">
                  <a:cs typeface="Arial" pitchFamily="34" charset="0"/>
                </a:rPr>
                <a:t>Carlos Correa</a:t>
              </a:r>
              <a:endParaRPr lang="en-US" sz="1400" b="1" dirty="0">
                <a:cs typeface="Arial" pitchFamily="34" charset="0"/>
              </a:endParaRPr>
            </a:p>
          </p:txBody>
        </p:sp>
        <p:sp>
          <p:nvSpPr>
            <p:cNvPr id="21" name="Text Placeholder 5">
              <a:extLst>
                <a:ext uri="{FF2B5EF4-FFF2-40B4-BE49-F238E27FC236}">
                  <a16:creationId xmlns:a16="http://schemas.microsoft.com/office/drawing/2014/main" id="{AA240EC4-BB53-9F40-6B21-8226A79ECF6F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45336"/>
              <a:ext cx="1926260" cy="15399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200" b="1" dirty="0" err="1">
                  <a:cs typeface="Arial" pitchFamily="34" charset="0"/>
                </a:rPr>
                <a:t>MSc</a:t>
              </a:r>
              <a:r>
                <a:rPr lang="es-CO" sz="1200" b="1" dirty="0">
                  <a:cs typeface="Arial" pitchFamily="34" charset="0"/>
                </a:rPr>
                <a:t> En Telecomunicaciones</a:t>
              </a:r>
              <a:endParaRPr lang="en-US" sz="1200" b="1" dirty="0">
                <a:cs typeface="Arial" pitchFamily="34" charset="0"/>
              </a:endParaRPr>
            </a:p>
          </p:txBody>
        </p:sp>
      </p:grp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18AC1E1-F3F9-029B-D93E-DF02BB8962A6}"/>
              </a:ext>
            </a:extLst>
          </p:cNvPr>
          <p:cNvSpPr txBox="1">
            <a:spLocks/>
          </p:cNvSpPr>
          <p:nvPr/>
        </p:nvSpPr>
        <p:spPr>
          <a:xfrm>
            <a:off x="1125794" y="2158529"/>
            <a:ext cx="1955515" cy="21930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400" b="1" dirty="0">
                <a:cs typeface="Arial" pitchFamily="34" charset="0"/>
              </a:rPr>
              <a:t>Carlos Gómez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E986D14-1509-BA03-3BC0-1A5794B0D22C}"/>
              </a:ext>
            </a:extLst>
          </p:cNvPr>
          <p:cNvSpPr txBox="1"/>
          <p:nvPr/>
        </p:nvSpPr>
        <p:spPr>
          <a:xfrm>
            <a:off x="3884363" y="4684228"/>
            <a:ext cx="29933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profesional en Ciencia de Datos, con sólida experiencia desarrollando soluciones de analítica avanzada, machine </a:t>
            </a:r>
            <a:r>
              <a:rPr lang="es-CO" sz="1200" dirty="0" err="1"/>
              <a:t>learning</a:t>
            </a:r>
            <a:r>
              <a:rPr lang="es-CO" sz="1200" dirty="0"/>
              <a:t> e ingeniería de datos en la nube.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C037442-CA65-1997-BCCC-399E3A6D88A3}"/>
              </a:ext>
            </a:extLst>
          </p:cNvPr>
          <p:cNvSpPr txBox="1"/>
          <p:nvPr/>
        </p:nvSpPr>
        <p:spPr>
          <a:xfrm>
            <a:off x="3923763" y="4210800"/>
            <a:ext cx="2294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1" dirty="0"/>
              <a:t>Wilson Espitia </a:t>
            </a:r>
            <a:br>
              <a:rPr lang="es-CO" sz="1200" b="1" dirty="0"/>
            </a:br>
            <a:r>
              <a:rPr lang="es-CO" sz="1200" b="1" dirty="0"/>
              <a:t>Magíster en Ingeniería Analítica 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403E1A2-BB04-7E36-3322-40FD995F0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A40759F-EBF3-9622-AEEC-FA8FAD161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854514"/>
            <a:ext cx="7093185" cy="53217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B46370E-C1C4-25EC-FD9D-8F00CBE39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8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33DB7-47DE-93FC-503E-5242BA2A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EC5C6-170B-F0F5-60B2-F575E5C5E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B8C5211-A6F1-8AE3-0112-2162AEBCF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308" y="1414915"/>
            <a:ext cx="5625383" cy="46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6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EFBF6-7E98-A1EF-A499-EDA69BFD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PROPUESTA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BF42BF-E102-4027-3AD4-5678BF56C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ECD439-27C4-1CE3-9540-894556CEB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2" y="1192336"/>
            <a:ext cx="7102455" cy="447332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D9B83E8-FD82-A632-A149-7550C32C2E03}"/>
              </a:ext>
            </a:extLst>
          </p:cNvPr>
          <p:cNvSpPr txBox="1"/>
          <p:nvPr/>
        </p:nvSpPr>
        <p:spPr>
          <a:xfrm>
            <a:off x="4114800" y="570909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1" dirty="0">
                <a:solidFill>
                  <a:srgbClr val="9198A1"/>
                </a:solidFill>
                <a:effectLst/>
                <a:latin typeface="-apple-system"/>
              </a:rPr>
              <a:t>La Ciencia más útil es aquella cuyo fruto es el más comunicable. (L. </a:t>
            </a:r>
            <a:r>
              <a:rPr lang="es-MX" b="0" i="1" dirty="0" err="1">
                <a:solidFill>
                  <a:srgbClr val="9198A1"/>
                </a:solidFill>
                <a:effectLst/>
                <a:latin typeface="-apple-system"/>
              </a:rPr>
              <a:t>Davinci</a:t>
            </a:r>
            <a:r>
              <a:rPr lang="es-MX" b="0" i="1" dirty="0">
                <a:solidFill>
                  <a:srgbClr val="9198A1"/>
                </a:solidFill>
                <a:effectLst/>
                <a:latin typeface="-apple-system"/>
              </a:rPr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809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A37724-935E-8CE1-E6F7-B5C56289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21" y="1417638"/>
            <a:ext cx="6713802" cy="41151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E0E3576-4DA6-DC95-E0CD-01FD4D27D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6" y="0"/>
            <a:ext cx="1509251" cy="1509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8" y="3008005"/>
            <a:ext cx="8229600" cy="1143000"/>
          </a:xfrm>
        </p:spPr>
        <p:txBody>
          <a:bodyPr/>
          <a:lstStyle/>
          <a:p>
            <a:r>
              <a:rPr dirty="0">
                <a:hlinkClick r:id="rId2" action="ppaction://hlinkfile"/>
              </a:rPr>
              <a:t>Demo 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C57B55-25FA-770B-D119-F5D277331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4" y="1919749"/>
            <a:ext cx="1509251" cy="1509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6E6CA6-BD72-A129-8658-B7B13286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88" y="3763296"/>
            <a:ext cx="877335" cy="9671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B767B4-3058-F6A7-8C00-122D4E8EA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82" y="4943244"/>
            <a:ext cx="987484" cy="9326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4738F8-0378-37EF-039B-FAAC95313ED9}"/>
              </a:ext>
            </a:extLst>
          </p:cNvPr>
          <p:cNvSpPr txBox="1"/>
          <p:nvPr/>
        </p:nvSpPr>
        <p:spPr>
          <a:xfrm>
            <a:off x="1702766" y="3901825"/>
            <a:ext cx="60985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>
                <a:hlinkClick r:id="rId4"/>
              </a:rPr>
              <a:t>Gerencia@sume.com</a:t>
            </a:r>
            <a:endParaRPr lang="es-CO" sz="2800" dirty="0"/>
          </a:p>
          <a:p>
            <a:endParaRPr lang="es-CO" sz="2800" dirty="0"/>
          </a:p>
          <a:p>
            <a:endParaRPr lang="es-CO" sz="2800" dirty="0"/>
          </a:p>
          <a:p>
            <a:r>
              <a:rPr lang="es-CO" sz="2800" dirty="0"/>
              <a:t>3002350494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AD290B-4097-2EF2-F877-29B8C3D462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74" y="1919749"/>
            <a:ext cx="1509251" cy="1509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157</Words>
  <Application>Microsoft Office PowerPoint</Application>
  <PresentationFormat>Presentación en pantalla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-apple-system</vt:lpstr>
      <vt:lpstr>Arial</vt:lpstr>
      <vt:lpstr>Calibri</vt:lpstr>
      <vt:lpstr>Office Theme</vt:lpstr>
      <vt:lpstr>SueloGuIA </vt:lpstr>
      <vt:lpstr>EQUIPO SUME</vt:lpstr>
      <vt:lpstr>Presentación de PowerPoint</vt:lpstr>
      <vt:lpstr>Objetivos</vt:lpstr>
      <vt:lpstr>PROPUESTA</vt:lpstr>
      <vt:lpstr>Impacto</vt:lpstr>
      <vt:lpstr>Demo </vt:lpstr>
      <vt:lpstr>Preguntas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SueloGuIA</dc:title>
  <dc:subject/>
  <dc:creator>USUARIO</dc:creator>
  <cp:keywords/>
  <dc:description>generated using python-pptx</dc:description>
  <cp:lastModifiedBy>cmcorrrea ....</cp:lastModifiedBy>
  <cp:revision>5</cp:revision>
  <dcterms:created xsi:type="dcterms:W3CDTF">2013-01-27T09:14:16Z</dcterms:created>
  <dcterms:modified xsi:type="dcterms:W3CDTF">2025-12-02T01:14:24Z</dcterms:modified>
  <cp:category/>
</cp:coreProperties>
</file>